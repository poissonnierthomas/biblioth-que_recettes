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874084-E97F-A4EF-1608-9BE3605759EE}" v="27" dt="2025-06-12T08:37:28.5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12/06/2025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12/06/2025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12/06/2025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12/06/2025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12/06/2025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12/06/2025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12/06/2025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12/06/2025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12/06/2025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12/06/2025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12/06/2025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12/06/2025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Image 3" descr="Une image contenant texte, capture d’écran, diagramme, Parallèle&#10;&#10;Le contenu généré par l’IA peut être incorrect.">
            <a:extLst>
              <a:ext uri="{FF2B5EF4-FFF2-40B4-BE49-F238E27FC236}">
                <a16:creationId xmlns:a16="http://schemas.microsoft.com/office/drawing/2014/main" id="{5DC40BB8-3642-88F3-0826-3F0A3A722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9952"/>
            <a:ext cx="12192000" cy="48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C9B0D-FD34-AD15-597A-E13F88BA8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Content Placeholder 3" descr="Une image contenant texte, capture d’écran, ligne, diagramme&#10;&#10;Le contenu généré par l’IA peut être incorrect.">
            <a:extLst>
              <a:ext uri="{FF2B5EF4-FFF2-40B4-BE49-F238E27FC236}">
                <a16:creationId xmlns:a16="http://schemas.microsoft.com/office/drawing/2014/main" id="{EA7C904E-BA9B-73B1-AC7F-9A15C57C7D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1" y="1587652"/>
            <a:ext cx="6096000" cy="4022949"/>
          </a:xfrm>
        </p:spPr>
      </p:pic>
      <p:pic>
        <p:nvPicPr>
          <p:cNvPr id="5" name="Image 4" descr="Une image contenant texte, capture d’écran, diagramme, Police&#10;&#10;Le contenu généré par l’IA peut être incorrect.">
            <a:extLst>
              <a:ext uri="{FF2B5EF4-FFF2-40B4-BE49-F238E27FC236}">
                <a16:creationId xmlns:a16="http://schemas.microsoft.com/office/drawing/2014/main" id="{1A45F2E8-0758-4259-BB57-70FE07BD91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965" t="3509" r="29443" b="-4"/>
          <a:stretch>
            <a:fillRect/>
          </a:stretch>
        </p:blipFill>
        <p:spPr>
          <a:xfrm>
            <a:off x="2047026" y="3492500"/>
            <a:ext cx="2470907" cy="3492654"/>
          </a:xfrm>
          <a:prstGeom prst="rect">
            <a:avLst/>
          </a:prstGeom>
        </p:spPr>
      </p:pic>
      <p:pic>
        <p:nvPicPr>
          <p:cNvPr id="6" name="Image 5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CADAA3EB-E2FF-D7B8-1B67-ACE3048DCB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2" y="0"/>
            <a:ext cx="6086708" cy="349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67657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Thème Office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19</cp:revision>
  <dcterms:created xsi:type="dcterms:W3CDTF">2025-06-12T08:31:06Z</dcterms:created>
  <dcterms:modified xsi:type="dcterms:W3CDTF">2025-06-12T08:38:58Z</dcterms:modified>
</cp:coreProperties>
</file>